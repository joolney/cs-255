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0" r:id="rId3"/>
    <p:sldId id="261" r:id="rId4"/>
    <p:sldId id="267" r:id="rId5"/>
    <p:sldId id="263" r:id="rId6"/>
    <p:sldId id="265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8" autoAdjust="0"/>
    <p:restoredTop sz="65822" autoAdjust="0"/>
  </p:normalViewPr>
  <p:slideViewPr>
    <p:cSldViewPr snapToGrid="0">
      <p:cViewPr varScale="1">
        <p:scale>
          <a:sx n="77" d="100"/>
          <a:sy n="77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[No</a:t>
            </a:r>
            <a:r>
              <a:rPr lang="en-US" baseline="0" dirty="0"/>
              <a:t> speaker notes required for this slide.]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 your speaker notes, include an</a:t>
            </a:r>
            <a:r>
              <a:rPr lang="en-US" baseline="0" dirty="0"/>
              <a:t> explanation </a:t>
            </a:r>
            <a:r>
              <a:rPr lang="en-US" dirty="0"/>
              <a:t>of</a:t>
            </a:r>
            <a:r>
              <a:rPr lang="en-US" baseline="0" dirty="0"/>
              <a:t> the different requirements you determined for </a:t>
            </a:r>
            <a:r>
              <a:rPr lang="en-US" baseline="0" dirty="0" err="1"/>
              <a:t>DriverPass’s</a:t>
            </a:r>
            <a:r>
              <a:rPr lang="en-US" baseline="0" dirty="0"/>
              <a:t> system. What are the functional requirements you selected to describe? What are the nonfunctional requirements you selected to describe? Be sure to explain how these requirements meet </a:t>
            </a:r>
            <a:r>
              <a:rPr lang="en-US" baseline="0" dirty="0" err="1"/>
              <a:t>DriverPass’s</a:t>
            </a:r>
            <a:r>
              <a:rPr lang="en-US" baseline="0" dirty="0"/>
              <a:t> needs.]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6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[Explain</a:t>
            </a:r>
            <a:r>
              <a:rPr lang="en-US" baseline="0" dirty="0"/>
              <a:t> your diagram. Who are the different actors in the system? What are the different use cases?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terms like “actors” and “use cases” in your explanation.]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5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[Explain</a:t>
            </a:r>
            <a:r>
              <a:rPr lang="en-US" baseline="0" dirty="0"/>
              <a:t> your diagram. Which use case are you breaking down? What are the steps for this use case?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technical terms such as “nodes,” “control flows,” and so on.]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[How</a:t>
            </a:r>
            <a:r>
              <a:rPr lang="en-US" baseline="0" dirty="0"/>
              <a:t> did you consider security in your design? In your explanation, keep your audience in mind by avoiding the use of technical 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11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[What are the limitations of your design?</a:t>
            </a:r>
            <a:r>
              <a:rPr lang="en-US" baseline="0" dirty="0"/>
              <a:t> In your explanation, keep your audience in mind by avoiding the use </a:t>
            </a:r>
            <a:r>
              <a:rPr lang="en-US" baseline="0"/>
              <a:t>of technical </a:t>
            </a:r>
            <a:r>
              <a:rPr lang="en-US" baseline="0" dirty="0"/>
              <a:t>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6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DriverPass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Jo Olney</a:t>
            </a:r>
            <a:endParaRPr dirty="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8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2111" y="813683"/>
            <a:ext cx="5306084" cy="5230634"/>
          </a:xfrm>
        </p:spPr>
        <p:txBody>
          <a:bodyPr anchor="ctr">
            <a:normAutofit fontScale="70000" lnSpcReduction="20000"/>
          </a:bodyPr>
          <a:lstStyle/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</a:t>
            </a:r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register, log in, and manage their accounts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one of three training packages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modify, or cancel driving lessons online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practice tests and track real-time progress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Secretaries book/modify appointments for customers</a:t>
            </a:r>
          </a:p>
          <a:p>
            <a:pPr marL="0" indent="0">
              <a:buSzPct val="100000"/>
              <a:buNone/>
            </a:pPr>
            <a:endParaRPr lang="en-US" sz="240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Nonfunctional:</a:t>
            </a:r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 through a web browser — no install required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 in 3 seconds or less under normal conditions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monthly uptime; daily cloud-managed backups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in transit (HTTPS/TLS)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of instructors or vehicles prevented automatically</a:t>
            </a:r>
            <a:endParaRPr lang="en-US" sz="2400"/>
          </a:p>
          <a:p>
            <a:pPr marL="0" indent="0">
              <a:buNone/>
            </a:pP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588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09FF61-2AE2-51A6-2E7F-EC48C0E0E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521194" y="244699"/>
            <a:ext cx="2653584" cy="63686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64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Activity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A087C1-AC8B-7EDA-05C6-9B015F7C8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456629" y="2188649"/>
            <a:ext cx="8239294" cy="20598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05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9318" y="586170"/>
            <a:ext cx="7087418" cy="5685659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</a:rPr>
              <a:t>Account Protection:</a:t>
            </a:r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one-way encrypted hashes — never readable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failed logins in 10 min locks account; Ian alerted immediately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accounts stay locked until Ian reviews or customer resets via secure email link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links expire in 30 minutes and work only once</a:t>
            </a:r>
            <a:endParaRPr lang="en-US" sz="2400"/>
          </a:p>
          <a:p>
            <a:pPr marL="0" indent="0">
              <a:buNone/>
            </a:pPr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</a:rPr>
              <a:t>Data in transit:</a:t>
            </a:r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with HTTPS/TLS — same as online banking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HTTP automatically redirected to secure HTTPS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data handled by a PCI-DSS compliant payment partner — never stored on DriverPass servers</a:t>
            </a:r>
            <a:endParaRPr lang="en-US" sz="2400"/>
          </a:p>
          <a:p>
            <a:pPr marL="0" indent="0">
              <a:buNone/>
            </a:pPr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</a:rPr>
              <a:t>Access Control:</a:t>
            </a:r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what their job requires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cannot see other customers' data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Secretaries cannot access financial reports or IT settings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manages accounts but cannot alter financial records</a:t>
            </a:r>
            <a:endParaRPr lang="en-US" sz="2400"/>
          </a:p>
          <a:p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84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14547" y="583324"/>
            <a:ext cx="6462293" cy="5449176"/>
          </a:xfrm>
        </p:spPr>
        <p:txBody>
          <a:bodyPr anchor="ctr">
            <a:normAutofit fontScale="85000" lnSpcReduction="10000"/>
          </a:bodyPr>
          <a:lstStyle/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always required — online-only; users in areas with unreliable connectivity may experience interruptions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package types or major features require developer involvement — staff can enable/disable existing packages but cannot create new types without a development update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release supports 10 vehicles — scaling the fleet will need a database update and may require scheduling interface changes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accuracy depends on the DMV — if the DMV delays publishing updates, practice tests may temporarily lag behind current standards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outages — the 99.5% uptime guarantee is bounded by the cloud provider's own reliability; major regional outages are rare but possible</a:t>
            </a:r>
            <a:endParaRPr lang="en-US" sz="2400"/>
          </a:p>
          <a:p>
            <a:pPr marL="342900" indent="-342900">
              <a:buSzPct val="100000"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compliance — PCI-DSS certification belongs to our payment partner; the integration must be configured correctly and reviewed periodically</a:t>
            </a:r>
            <a:endParaRPr lang="en-US" sz="2400"/>
          </a:p>
          <a:p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5141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WebD281</Template>
  <TotalTime>1355</TotalTime>
  <Words>597</Words>
  <Application>Microsoft Macintosh PowerPoint</Application>
  <PresentationFormat>Widescreen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DriverPass System Analysis</vt:lpstr>
      <vt:lpstr>System Requirements</vt:lpstr>
      <vt:lpstr>Use Case Diagram</vt:lpstr>
      <vt:lpstr>Activity Diagram</vt:lpstr>
      <vt:lpstr>Security</vt:lpstr>
      <vt:lpstr>System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</dc:title>
  <dc:creator>Loay Alnaji</dc:creator>
  <cp:lastModifiedBy>Olney, JoAnn</cp:lastModifiedBy>
  <cp:revision>27</cp:revision>
  <dcterms:created xsi:type="dcterms:W3CDTF">2019-10-14T02:36:52Z</dcterms:created>
  <dcterms:modified xsi:type="dcterms:W3CDTF">2026-06-22T03:47:08Z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17B2C008-CF5F-4D7E-BF2C-A283A0269B28</vt:lpwstr>
  </property>
  <property fmtid="{D5CDD505-2E9C-101B-9397-08002B2CF9AE}" pid="3" name="ArticulatePath">
    <vt:lpwstr>CS 255 Client Presentation Template</vt:lpwstr>
  </property>
</Properties>
</file>